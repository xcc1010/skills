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 × SkillHub × Harness  ·  技术架构洞察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8778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构建可复用、可治理的智能体能力资产体系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310896"/>
            <a:ext cx="2926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基础模型同质化,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技能资产专有化。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① 运行架构</a:t>
            </a:r>
            <a:r>
              <a:rPr sz="12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  Harness 消费 · SkillHub 托管治理 · Skill 是资产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36192"/>
            <a:ext cx="3017520" cy="84124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3017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运行框架 · 运行时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36192"/>
            <a:ext cx="3017520" cy="84124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64208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3017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技能仓 · 中枢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536192"/>
            <a:ext cx="3017520" cy="84124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664208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30175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技能资产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3575304" y="1847088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151790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按需检索 · 加载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2103120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交付技能 · 版本解析</a:t>
            </a:r>
          </a:p>
        </p:txBody>
      </p:sp>
      <p:sp>
        <p:nvSpPr>
          <p:cNvPr id="21" name="Left-Right Arrow 20"/>
          <p:cNvSpPr/>
          <p:nvPr/>
        </p:nvSpPr>
        <p:spPr>
          <a:xfrm>
            <a:off x="7827264" y="1847088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151790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托管 · 注册 · 版本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2103120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检索 · 分发 · 治理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414016"/>
            <a:ext cx="31089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运行时:任务编排 · 工具调用 · 技能装配 · 权限管控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414016"/>
            <a:ext cx="31089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中枢:托管 · 版本 · 检索 · 分发 · 治理 · 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414016"/>
            <a:ext cx="31089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资产:领域指令 + 资源 + 脚本,原子 / 可组合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07792"/>
            <a:ext cx="11521440" cy="3291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907792"/>
            <a:ext cx="76200" cy="32918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907792"/>
            <a:ext cx="111556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闭环:</a:t>
            </a:r>
            <a:r>
              <a:rPr sz="10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沉淀为资产 → SkillHub 托管治理 → Harness 运行时消费 → 调用遥测回流 SkillHub,反哺资产迭代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83280"/>
            <a:ext cx="5285232" cy="2898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383280"/>
            <a:ext cx="5285232" cy="47548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621024"/>
            <a:ext cx="5285232" cy="23774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383280"/>
            <a:ext cx="4919472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治理</a:t>
            </a:r>
            <a:r>
              <a:rPr sz="110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治理内建于研发流程,非额外审批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950208"/>
            <a:ext cx="48280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Git 版本化 · PR 评审 · CI 门禁,零流程开销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352544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352544"/>
            <a:ext cx="76200" cy="493776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352544"/>
            <a:ext cx="160020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静态门禁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352544"/>
            <a:ext cx="309067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CI:Schema 校验·命名规范·唯一性·密钥扫描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937760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937760"/>
            <a:ext cx="76200" cy="49377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4937760"/>
            <a:ext cx="160020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人工评审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937760"/>
            <a:ext cx="309067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PR:语义质量·安全副作用·最小权限声明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522976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522976"/>
            <a:ext cx="76200" cy="49377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522976"/>
            <a:ext cx="160020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运行时管控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5522976"/>
            <a:ext cx="309067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Harness:allowed-tools 最小权限·调用审计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3383280"/>
            <a:ext cx="5285232" cy="2898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5080" y="3383280"/>
            <a:ext cx="5285232" cy="47548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55080" y="3621024"/>
            <a:ext cx="5285232" cy="23774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3383280"/>
            <a:ext cx="4919472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0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能力资产随复用累积增值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396849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能力复利: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沉淀→注册→复用/编排→场景扩张→反哺,随调用量累积增值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57200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原子化 × 可组合: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原子技能编排为合成技能,新场景边际开发成本递减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175504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知识资产化: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隐性经验 → 显式·版本化·可审计的组织能力资产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5696712"/>
            <a:ext cx="4828032" cy="420624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5696712"/>
            <a:ext cx="4828032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技能复用率 ▢%   ·   节省 ▢ 人天   ·   覆盖场景 ▢   ·   月调用 ▢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437376"/>
            <a:ext cx="11064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基础模型趋于同质化,领域技能资产构成核心差异化壁垒 —— SkillHub 将隐性经验沉淀为可复用、可治理、可演进的组织能力资产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