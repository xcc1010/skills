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① 痛点与方案 ·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驱动的测试用例生成与执行闭环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先行落地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1430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测试现状：</a:t>
            </a:r>
            <a:r>
              <a:rPr sz="1300" b="1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测试人员在用例构造与多版本重复执行上耗费大量人力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26464"/>
            <a:ext cx="11521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26464"/>
            <a:ext cx="2697480" cy="7498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606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构造测试用例耗时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5577840" cy="5852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1) 测试因子分析    2) 文本用例生成    3) 脚本执行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均依赖人工经验与业务知识，投入大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554480"/>
            <a:ext cx="2880360" cy="493776"/>
          </a:xfrm>
          <a:prstGeom prst="roundRect">
            <a:avLst/>
          </a:prstGeom>
          <a:solidFill>
            <a:srgbClr val="F7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88036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构造周期长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效率受限于人力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49424"/>
            <a:ext cx="11521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249424"/>
            <a:ext cx="2697480" cy="7498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9424"/>
            <a:ext cx="2606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多版本重复执行用例耗时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40864"/>
            <a:ext cx="5577840" cy="5852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主干 + 多个 Release + 补丁 多版本并行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同一批用例需逐版本重复回归执行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377440"/>
            <a:ext cx="2880360" cy="49377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377440"/>
            <a:ext cx="288036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20+ 用例/天 × 20 min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≈ 每天 5–8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27248"/>
            <a:ext cx="11521440" cy="47548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27248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解决方案：将业务知识沉淀为 </a:t>
            </a:r>
            <a:r>
              <a:rPr sz="15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，实现测试因子分析、用例生成与执行定位的端到端自动化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12463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驱动的测试全流程闭环</a:t>
            </a:r>
            <a:r>
              <a:rPr sz="11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 逐项应对上述痛点，并支撑测试前移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05072"/>
            <a:ext cx="2286000" cy="713232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78224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25696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沉淀因子与规则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005072"/>
            <a:ext cx="2286000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078224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自动生成文本用例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425696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替代人工编写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005072"/>
            <a:ext cx="2286000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078224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自动执行测试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25696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多版本自动回归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005072"/>
            <a:ext cx="2286000" cy="713232"/>
          </a:xfrm>
          <a:prstGeom prst="roundRect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078224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缺陷定位 / 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425696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快速定位问题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889504" y="422452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5678424" y="422452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8467344" y="422452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4315968" y="4773168"/>
            <a:ext cx="310896" cy="310896"/>
          </a:xfrm>
          <a:prstGeom prst="down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37560" y="5120640"/>
            <a:ext cx="2286000" cy="713232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5120640"/>
            <a:ext cx="22860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交付开发自验证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678424" y="5340096"/>
            <a:ext cx="384048" cy="274320"/>
          </a:xfrm>
          <a:prstGeom prst="right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26480" y="5120640"/>
            <a:ext cx="2286000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193792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541264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Shift-Left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157216"/>
            <a:ext cx="26517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测试前移：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基于自动生成用例，开发提前自验证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157216"/>
            <a:ext cx="228600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缺陷更早暴露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成本更低、质量更稳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053328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业务知识沉淀为可复用 </a:t>
            </a: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，用例构造与多版本执行全流程自动化，释放重复人力、支撑测试前移，成为可复用、可增值的</a:t>
            </a: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核心数字资产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② 数字资产与架构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是数字资产核心,SkillHub 是管理中枢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3385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实践证明 Skill 的价值 → </a:t>
            </a: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作为公司数字资产核心，如何最大化利用、管理、维护？</a:t>
            </a: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这正是 Harness ⇄ SkillHub ⇄ Skill 架构要回答的。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99616"/>
            <a:ext cx="10360152" cy="530352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99616"/>
            <a:ext cx="10360152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 · 运行时　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任务编排 · 工具调用 · 技能装配 · 权限管控</a:t>
            </a:r>
          </a:p>
        </p:txBody>
      </p:sp>
      <p:sp>
        <p:nvSpPr>
          <p:cNvPr id="11" name="Up Arrow 10"/>
          <p:cNvSpPr/>
          <p:nvPr/>
        </p:nvSpPr>
        <p:spPr>
          <a:xfrm>
            <a:off x="2468880" y="2066543"/>
            <a:ext cx="292608" cy="274320"/>
          </a:xfrm>
          <a:prstGeom prst="upArrow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075688"/>
            <a:ext cx="38404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按需加载 · 交付技能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2066543"/>
            <a:ext cx="292608" cy="274320"/>
          </a:xfrm>
          <a:prstGeom prst="down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75688"/>
            <a:ext cx="21945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调用遥测回流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77440"/>
            <a:ext cx="10360152" cy="932688"/>
          </a:xfrm>
          <a:prstGeom prst="roundRect">
            <a:avLst/>
          </a:prstGeom>
          <a:solidFill>
            <a:srgbClr val="0B2A4A"/>
          </a:solidFill>
          <a:ln w="28575">
            <a:solidFill>
              <a:srgbClr val="D89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432304"/>
            <a:ext cx="981151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 · 技能仓 · 治理中枢</a:t>
            </a:r>
            <a:r>
              <a:rPr sz="105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　注册 · 版本 · 检索 · 分发 · 治理 · 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816352"/>
            <a:ext cx="1783080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816352"/>
            <a:ext cx="17830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· 原子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9815" y="2816352"/>
            <a:ext cx="1783080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5" y="2816352"/>
            <a:ext cx="17830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· 原子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0" y="2816352"/>
            <a:ext cx="1783080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0" y="2816352"/>
            <a:ext cx="17830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· 合成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2005" y="2816352"/>
            <a:ext cx="1783080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5" y="2816352"/>
            <a:ext cx="17830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79" y="2788920"/>
            <a:ext cx="1920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技能资产池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原子 / 合成技能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3401568"/>
            <a:ext cx="5285232" cy="4572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30168"/>
            <a:ext cx="5285232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治理</a:t>
            </a:r>
            <a:r>
              <a:rPr sz="110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治理内建于研发流程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950208"/>
            <a:ext cx="482803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Git 版本化 · PR 评审 · CI 门禁，零流程开销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334256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334256"/>
            <a:ext cx="76200" cy="493776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334256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静态门禁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334256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CI：Schema 校验 · 命名 · 唯一性 · 密钥扫描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919472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919472"/>
            <a:ext cx="76200" cy="49377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919472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人工评审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919472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PR：语义质量 · 安全副作用 · 最小权限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504688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5504688"/>
            <a:ext cx="76200" cy="49377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504688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运行时管控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504688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Harness：allowed-tools · 调用审计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55080" y="3401568"/>
            <a:ext cx="5285232" cy="45720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3630168"/>
            <a:ext cx="5285232" cy="2286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0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能力资产随复用累积增值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96849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能力复利：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Skill 一次建成，多团队反复复用、组合出新能力不断复利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57200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原子化与可组合：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原子技能编排为合成技能，新场景边际成本递减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175504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知识资产化：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隐性经验 → 显式 · 版本化 · 可审计的组织资产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5715000"/>
            <a:ext cx="4828032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715000"/>
            <a:ext cx="482803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技能复用率 ▢%  ·  节省 ▢ 人天  ·  覆盖场景 ▢  ·  月调用 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③ 下一步计划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 · 全员推广 · 发展 SkillHub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从试点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到规模化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56692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00784"/>
            <a:ext cx="3611880" cy="283464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推动测试前移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扩大开发自验证的覆盖范围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5584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沉淀更多业务测试知识为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1596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目标：缺陷左移，研发提质提效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417320"/>
            <a:ext cx="3611880" cy="56692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00784"/>
            <a:ext cx="3611880" cy="28346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公司内推广宣讲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39572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培训与标杆案例宣讲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35584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鼓励各团队沉淀与复用 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31596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建设贡献者社区与贡献规范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1417320"/>
            <a:ext cx="3611880" cy="56692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700784"/>
            <a:ext cx="3611880" cy="28346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3  发展 SkillHub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39572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巩固 Skills as Code 基线（git + CI）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35584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建设按需分发与检索（Client SDK · 通道）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31596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补齐使用遥测与审计（可观测 · 合规）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85216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目标：让 Skill 成为全公司</a:t>
            </a:r>
            <a:r>
              <a:rPr sz="14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可复用、可治理、持续增值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的数字资产 —— 从测试场景试点，走向全域规模化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