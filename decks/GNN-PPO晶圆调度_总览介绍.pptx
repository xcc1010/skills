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DIGITAL TWIN · AI SCHEDULING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+ PPO 晶圆调度总览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44752"/>
            <a:ext cx="201168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09728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7091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3A2E"/>
                </a:solidFill>
                <a:latin typeface="微软雅黑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晶圆厂重入式流程、数百台设备、瓶颈在光刻；传统派工规则（FIFO / EDD）短视，难应对故障与急单。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830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91440" cy="1097280"/>
          </a:xfrm>
          <a:prstGeom prst="rect">
            <a:avLst/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20240"/>
            <a:ext cx="47091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7A55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在数字孪生里，用 GNN 感知车间全局 + PPO 学习派工策略 → 实时、看长远、能应变的智能调度。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10128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真实晶圆厂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实时同步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75887" y="3657600"/>
            <a:ext cx="54864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3310128"/>
            <a:ext cx="3108960" cy="89611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数字孪生 · DES 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91840"/>
            <a:ext cx="65836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状态/动作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52360" y="3657600"/>
            <a:ext cx="54864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3310128"/>
            <a:ext cx="3200400" cy="89611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+ PPO 智能体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07408"/>
            <a:ext cx="10515600" cy="54864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0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闭环：智能体在孪生中训练 → what-if 验证 → 上线真实厂，并随孪生实时更新、持续学习。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价值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04688"/>
            <a:ext cx="2487168" cy="5029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周期时间 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504688"/>
            <a:ext cx="2487168" cy="5029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光刻利用率 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5504688"/>
            <a:ext cx="2487168" cy="5029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准时交付 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5504688"/>
            <a:ext cx="2487168" cy="5029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故障 / 急单自动重排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PRINCIPLE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+ PPO：原理与流程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44752"/>
            <a:ext cx="201168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23957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91440" cy="2395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865376"/>
            <a:ext cx="4663440" cy="3108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① GNN · 图神经网络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249424"/>
            <a:ext cx="4590288" cy="6217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249424"/>
            <a:ext cx="4279392" cy="6217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在“图”结构数据上学习的神经网络：靠节点间“消息传递”聚合邻居信息，输出蕴含结构关系的表征。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035808"/>
            <a:ext cx="4709160" cy="10515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节点 = lot / 设备，边 = 可加工 / 工序先后 / 资源竞争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消息传递让每个 lot 感知下游拥堵与瓶颈松紧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对规模 / 排列不变 → 小样本训练即可泛化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37360"/>
            <a:ext cx="5120640" cy="23957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737360"/>
            <a:ext cx="91440" cy="2395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65376"/>
            <a:ext cx="4663440" cy="3108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② PPO · 近端策略优化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2249424"/>
            <a:ext cx="4590288" cy="62179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2249424"/>
            <a:ext cx="4279392" cy="6217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主流的强化学习（Actor-Critic）算法：用“裁剪”限制每步策略更新幅度，兼顾训练稳定与样本效率。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35808"/>
            <a:ext cx="4709160" cy="10515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Actor 给候选 lot 打分 / softmax → 决定装哪个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Critic 估状态价值（GAE 优势）→ 指导策略更新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奖励 = 产出↑ / 周期↓ / 准时↑ / 瓶颈不空转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闭环流程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车间状态图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01184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State Graph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27248" y="4773168"/>
            <a:ext cx="292608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93592" y="4526280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46177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编码器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4901184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Graph Encoder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897880" y="4773168"/>
            <a:ext cx="292608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4" y="4526280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46177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PPO 策略网络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901184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Policy Network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68511" y="4773168"/>
            <a:ext cx="292608" cy="164592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34856" y="4526280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778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46177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调度 / 派工决策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4901184"/>
            <a:ext cx="2194560" cy="21945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Dispatch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358384"/>
            <a:ext cx="10515600" cy="420624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数字孪生环境（DES）—— 执行动作、推进时间，返回新状态与奖励，形成闭环训练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