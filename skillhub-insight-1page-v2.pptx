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 × SkillHub × Harness  ·  技术架构洞察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8778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构建可复用、可治理的智能体能力资产体系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310896"/>
            <a:ext cx="29260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基础模型同质化,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技能资产专有化。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① 运行架构</a:t>
            </a:r>
            <a:r>
              <a:rPr sz="12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  三层协同的能力调用链路</a:t>
            </a:r>
          </a:p>
        </p:txBody>
      </p:sp>
      <p:sp>
        <p:nvSpPr>
          <p:cNvPr id="9" name="Chevron 8"/>
          <p:cNvSpPr/>
          <p:nvPr/>
        </p:nvSpPr>
        <p:spPr>
          <a:xfrm>
            <a:off x="548640" y="1572768"/>
            <a:ext cx="2395728" cy="841248"/>
          </a:xfrm>
          <a:prstGeom prst="chevron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用户请求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任务输入</a:t>
            </a:r>
          </a:p>
        </p:txBody>
      </p:sp>
      <p:sp>
        <p:nvSpPr>
          <p:cNvPr id="11" name="Chevron 10"/>
          <p:cNvSpPr/>
          <p:nvPr/>
        </p:nvSpPr>
        <p:spPr>
          <a:xfrm>
            <a:off x="2688336" y="1572768"/>
            <a:ext cx="2395728" cy="841248"/>
          </a:xfrm>
          <a:prstGeom prst="chevron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1216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Harness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运行时编排</a:t>
            </a:r>
          </a:p>
        </p:txBody>
      </p:sp>
      <p:sp>
        <p:nvSpPr>
          <p:cNvPr id="13" name="Chevron 12"/>
          <p:cNvSpPr/>
          <p:nvPr/>
        </p:nvSpPr>
        <p:spPr>
          <a:xfrm>
            <a:off x="4828032" y="1572768"/>
            <a:ext cx="2395728" cy="841248"/>
          </a:xfrm>
          <a:prstGeom prst="chevron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技能检索·解析</a:t>
            </a:r>
          </a:p>
        </p:txBody>
      </p:sp>
      <p:sp>
        <p:nvSpPr>
          <p:cNvPr id="15" name="Chevron 14"/>
          <p:cNvSpPr/>
          <p:nvPr/>
        </p:nvSpPr>
        <p:spPr>
          <a:xfrm>
            <a:off x="6967728" y="1572768"/>
            <a:ext cx="2395728" cy="841248"/>
          </a:xfrm>
          <a:prstGeom prst="chevron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模型推理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× 技能注入</a:t>
            </a:r>
          </a:p>
        </p:txBody>
      </p:sp>
      <p:sp>
        <p:nvSpPr>
          <p:cNvPr id="17" name="Chevron 16"/>
          <p:cNvSpPr/>
          <p:nvPr/>
        </p:nvSpPr>
        <p:spPr>
          <a:xfrm>
            <a:off x="9107424" y="1572768"/>
            <a:ext cx="2395728" cy="841248"/>
          </a:xfrm>
          <a:prstGeom prst="chevron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4" y="1572768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任务产出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遥测回流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42032"/>
            <a:ext cx="3566160" cy="45720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42032"/>
            <a:ext cx="762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542032"/>
            <a:ext cx="3291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Harness</a:t>
            </a: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 运行时:任务编排·工具调用·权限管控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104" y="2542032"/>
            <a:ext cx="3566160" cy="45720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1104" y="2542032"/>
            <a:ext cx="762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2542032"/>
            <a:ext cx="3291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SkillHub</a:t>
            </a: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 技能仓:注册·版本·检索·分发·治理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2542032"/>
            <a:ext cx="3566160" cy="45720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2542032"/>
            <a:ext cx="762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542032"/>
            <a:ext cx="3291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</a:t>
            </a: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 能力单元:指令+资源+脚本的封装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10128"/>
            <a:ext cx="52852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3310128"/>
            <a:ext cx="5285232" cy="47548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47872"/>
            <a:ext cx="5285232" cy="23774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310128"/>
            <a:ext cx="4919472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SkillHub 治理</a:t>
            </a:r>
            <a:r>
              <a:rPr sz="110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   治理内建于研发流程,非额外审批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877056"/>
            <a:ext cx="4828032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Skills as Code</a:t>
            </a: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Git 版本化 · PR 评审 · CI 门禁,零流程开销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297680"/>
            <a:ext cx="4828032" cy="512064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297680"/>
            <a:ext cx="76200" cy="512064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297680"/>
            <a:ext cx="16002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静态门禁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297680"/>
            <a:ext cx="3090672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CI:Schema 校验·命名规范·唯一性·密钥扫描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901184"/>
            <a:ext cx="4828032" cy="512064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901184"/>
            <a:ext cx="76200" cy="51206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01184"/>
            <a:ext cx="16002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人工评审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901184"/>
            <a:ext cx="3090672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PR:语义质量·安全副作用·最小权限声明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504688"/>
            <a:ext cx="4828032" cy="512064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504688"/>
            <a:ext cx="76200" cy="51206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504688"/>
            <a:ext cx="16002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运行时管控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504688"/>
            <a:ext cx="3090672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Harness:allowed-tools 最小权限·调用审计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55080" y="3310128"/>
            <a:ext cx="528523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55080" y="3310128"/>
            <a:ext cx="5285232" cy="47548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3547872"/>
            <a:ext cx="5285232" cy="23774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3310128"/>
            <a:ext cx="4919472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③ 价值</a:t>
            </a:r>
            <a:r>
              <a:rPr sz="1100" b="0">
                <a:solidFill>
                  <a:srgbClr val="5A4010"/>
                </a:solidFill>
                <a:latin typeface="微软雅黑"/>
                <a:ea typeface="微软雅黑"/>
                <a:cs typeface="微软雅黑"/>
              </a:rPr>
              <a:t>   能力资产随复用累积增值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3913632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能力复利: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沉淀→注册→复用/编排→场景扩张→反哺,随调用量累积增值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4517136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原子化 × 可组合: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原子技能编排为合成技能,新场景边际开发成本递减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120640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知识资产化: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隐性经验 → 显式·版本化·可审计的组织能力资产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678424"/>
            <a:ext cx="4828032" cy="420624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678424"/>
            <a:ext cx="4828032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技能复用率 ▢%   ·   节省 ▢ 人天   ·   覆盖场景 ▢   ·   月调用 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437376"/>
            <a:ext cx="110642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基础模型趋于同质化,领域技能资产构成核心差异化壁垒 —— SkillHub 将隐性经验沉淀为可复用、可治理、可演进的组织能力资产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