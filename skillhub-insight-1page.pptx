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8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Skill × SkillHub × Harness  ·  一页洞察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84124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 AI 能力沉淀为可复利的集团资产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310896"/>
            <a:ext cx="31089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模型是租来的,</a:t>
            </a:r>
          </a:p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技能是攒下来的。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① 运行架构</a:t>
            </a:r>
            <a:r>
              <a:rPr sz="120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    三者如何协同产出</a:t>
            </a:r>
          </a:p>
        </p:txBody>
      </p:sp>
      <p:sp>
        <p:nvSpPr>
          <p:cNvPr id="9" name="Chevron 8"/>
          <p:cNvSpPr/>
          <p:nvPr/>
        </p:nvSpPr>
        <p:spPr>
          <a:xfrm>
            <a:off x="548640" y="1572768"/>
            <a:ext cx="2395728" cy="841248"/>
          </a:xfrm>
          <a:prstGeom prst="chevron">
            <a:avLst/>
          </a:prstGeom>
          <a:solidFill>
            <a:srgbClr val="5A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72768"/>
            <a:ext cx="2075688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用户请求</a:t>
            </a:r>
          </a:p>
        </p:txBody>
      </p:sp>
      <p:sp>
        <p:nvSpPr>
          <p:cNvPr id="11" name="Chevron 10"/>
          <p:cNvSpPr/>
          <p:nvPr/>
        </p:nvSpPr>
        <p:spPr>
          <a:xfrm>
            <a:off x="2688336" y="1572768"/>
            <a:ext cx="2395728" cy="841248"/>
          </a:xfrm>
          <a:prstGeom prst="chevron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1216" y="1572768"/>
            <a:ext cx="2075688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Harness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运行框架</a:t>
            </a:r>
          </a:p>
        </p:txBody>
      </p:sp>
      <p:sp>
        <p:nvSpPr>
          <p:cNvPr id="13" name="Chevron 12"/>
          <p:cNvSpPr/>
          <p:nvPr/>
        </p:nvSpPr>
        <p:spPr>
          <a:xfrm>
            <a:off x="4828032" y="1572768"/>
            <a:ext cx="2395728" cy="841248"/>
          </a:xfrm>
          <a:prstGeom prst="chevron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10912" y="1572768"/>
            <a:ext cx="2075688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SkillHub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取出技能资产</a:t>
            </a:r>
          </a:p>
        </p:txBody>
      </p:sp>
      <p:sp>
        <p:nvSpPr>
          <p:cNvPr id="15" name="Chevron 14"/>
          <p:cNvSpPr/>
          <p:nvPr/>
        </p:nvSpPr>
        <p:spPr>
          <a:xfrm>
            <a:off x="6967728" y="1572768"/>
            <a:ext cx="2395728" cy="841248"/>
          </a:xfrm>
          <a:prstGeom prst="chevron">
            <a:avLst/>
          </a:prstGeom>
          <a:solidFill>
            <a:srgbClr val="3C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0608" y="1572768"/>
            <a:ext cx="2075688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内部模型 + 技能</a:t>
            </a:r>
          </a:p>
        </p:txBody>
      </p:sp>
      <p:sp>
        <p:nvSpPr>
          <p:cNvPr id="17" name="Chevron 16"/>
          <p:cNvSpPr/>
          <p:nvPr/>
        </p:nvSpPr>
        <p:spPr>
          <a:xfrm>
            <a:off x="9107424" y="1572768"/>
            <a:ext cx="2395728" cy="841248"/>
          </a:xfrm>
          <a:prstGeom prst="chevron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0304" y="1572768"/>
            <a:ext cx="2075688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业务产出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542032"/>
            <a:ext cx="3566160" cy="457200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542032"/>
            <a:ext cx="76200" cy="457200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2542032"/>
            <a:ext cx="32918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Harness</a:t>
            </a:r>
            <a:r>
              <a:rPr sz="11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 = 生产线(运行框架)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1104" y="2542032"/>
            <a:ext cx="3566160" cy="457200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1104" y="2542032"/>
            <a:ext cx="762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25696" y="2542032"/>
            <a:ext cx="32918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SkillHub</a:t>
            </a:r>
            <a:r>
              <a:rPr sz="11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 = 资产银行(托管·检索·治理)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3568" y="2542032"/>
            <a:ext cx="3566160" cy="457200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2542032"/>
            <a:ext cx="76200" cy="4572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2542032"/>
            <a:ext cx="32918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Skill</a:t>
            </a:r>
            <a:r>
              <a:rPr sz="11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 = 标准化专家经验(数据资产)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310128"/>
            <a:ext cx="5285232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3310128"/>
            <a:ext cx="5285232" cy="475488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547872"/>
            <a:ext cx="5285232" cy="23774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310128"/>
            <a:ext cx="4919472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SkillHub 管理</a:t>
            </a:r>
            <a:r>
              <a:rPr sz="1150" b="0">
                <a:solidFill>
                  <a:srgbClr val="CFDDEA"/>
                </a:solidFill>
                <a:latin typeface="微软雅黑"/>
                <a:ea typeface="微软雅黑"/>
                <a:cs typeface="微软雅黑"/>
              </a:rPr>
              <a:t>   治理即铺路,不是卡审批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877056"/>
            <a:ext cx="4828032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Skills as Code</a:t>
            </a:r>
            <a:r>
              <a:rPr sz="110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  —— git+PR,零额外官僚 · 中心团队策展而非审批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297680"/>
            <a:ext cx="4828032" cy="512064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4297680"/>
            <a:ext cx="76200" cy="512064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297680"/>
            <a:ext cx="173736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机器把关结构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4297680"/>
            <a:ext cx="2999232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CI 自动:必填 · 格式 · 查重 · 密钥扫描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901184"/>
            <a:ext cx="4828032" cy="512064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901184"/>
            <a:ext cx="76200" cy="51206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901184"/>
            <a:ext cx="173736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人看内容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4901184"/>
            <a:ext cx="2999232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PR 评审:语义质量 · 安全副作用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5504688"/>
            <a:ext cx="4828032" cy="512064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5504688"/>
            <a:ext cx="76200" cy="512064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5504688"/>
            <a:ext cx="173736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平台兜底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06040" y="5504688"/>
            <a:ext cx="2999232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Harness:最小权限 · 使用审计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55080" y="3310128"/>
            <a:ext cx="5285232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55080" y="3310128"/>
            <a:ext cx="5285232" cy="475488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55080" y="3547872"/>
            <a:ext cx="5285232" cy="237744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3310128"/>
            <a:ext cx="4919472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③ 价值</a:t>
            </a:r>
            <a:r>
              <a:rPr sz="1150" b="0">
                <a:solidFill>
                  <a:srgbClr val="5A4010"/>
                </a:solidFill>
                <a:latin typeface="微软雅黑"/>
                <a:ea typeface="微软雅黑"/>
                <a:cs typeface="微软雅黑"/>
              </a:rPr>
              <a:t>   越用越强的复利资产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3913632"/>
            <a:ext cx="4828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复利飞轮:</a:t>
            </a:r>
            <a:r>
              <a:rPr sz="11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沉淀 → 入仓共享 → 复用/组合 → 更多场景 → 反哺   ↻ 越用越值钱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4517136"/>
            <a:ext cx="4828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原子 × 合成:</a:t>
            </a:r>
            <a:r>
              <a:rPr sz="11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拼装而非造轮子,新场景边际开发成本递减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5120640"/>
            <a:ext cx="4828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资产化:</a:t>
            </a:r>
            <a:r>
              <a:rPr sz="11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经验从「个人隐性」变「集团可审计资产」,人走经验留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5678424"/>
            <a:ext cx="4828032" cy="420624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5678424"/>
            <a:ext cx="4828032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复用率 ▢%   ·   节省重复开发 ▢ 人天   ·   覆盖 ▢ 个业务场景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6437376"/>
            <a:ext cx="1106424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洞察:模型趋于商品化,真正复利增值的是沉淀下来的技能资产 —— 技能仓,是把它搬上集团资产负债表的基础设施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