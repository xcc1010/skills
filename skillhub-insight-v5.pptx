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① 痛点与方案 ·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从测试之痛,到 Skill 驱动的全流程闭环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痛点驱动,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 破局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❗ 测试痛点:</a:t>
            </a:r>
            <a:r>
              <a:rPr sz="1300" b="1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花大量时间构造与执行测试用例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611880" cy="859536"/>
          </a:xfrm>
          <a:prstGeom prst="roundRect">
            <a:avLst/>
          </a:prstGeom>
          <a:solidFill>
            <a:srgbClr val="F7ECEA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8890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572768"/>
            <a:ext cx="3209544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① 测试因子组合复杂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1938528"/>
            <a:ext cx="32095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因子组合爆炸,人工分析耗时费力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81328"/>
            <a:ext cx="3611880" cy="859536"/>
          </a:xfrm>
          <a:prstGeom prst="roundRect">
            <a:avLst/>
          </a:prstGeom>
          <a:solidFill>
            <a:srgbClr val="F7ECEA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81328"/>
            <a:ext cx="8890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572768"/>
            <a:ext cx="3209544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② 文本用例编写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938528"/>
            <a:ext cx="32095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大量用例靠手写,重复、易漏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81328"/>
            <a:ext cx="3611880" cy="859536"/>
          </a:xfrm>
          <a:prstGeom prst="roundRect">
            <a:avLst/>
          </a:prstGeom>
          <a:solidFill>
            <a:srgbClr val="F7ECEA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81328"/>
            <a:ext cx="8890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572768"/>
            <a:ext cx="3209544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③ 用例执行 &amp; 定位问题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1938528"/>
            <a:ext cx="32095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执行耗时,缺陷定位困难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450592"/>
            <a:ext cx="11521440" cy="51206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450592"/>
            <a:ext cx="111556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▼ 我们的方案:把业务知识沉淀为 </a:t>
            </a:r>
            <a:r>
              <a:rPr sz="15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—— 自动完成 因子分析 · 用例生成 · 执行定位,并支撑测试前移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7238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驱动的测试全流程闭环</a:t>
            </a:r>
            <a:r>
              <a:rPr sz="11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 痛点各个击破 + 测试前移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01568"/>
            <a:ext cx="2286000" cy="731520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747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4048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解痛点 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401568"/>
            <a:ext cx="2286000" cy="7315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4747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自动生成文本用例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84048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解痛点 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401568"/>
            <a:ext cx="2286000" cy="7315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4747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自动执行测试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84048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解痛点 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401568"/>
            <a:ext cx="2286000" cy="731520"/>
          </a:xfrm>
          <a:prstGeom prst="roundRect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3401568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缺陷定位 / 反馈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889504" y="363016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678424" y="363016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467344" y="363016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4315968" y="4206240"/>
            <a:ext cx="310896" cy="329184"/>
          </a:xfrm>
          <a:prstGeom prst="down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37560" y="4590288"/>
            <a:ext cx="2286000" cy="73152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4590288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交付开发自验证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678424" y="4818888"/>
            <a:ext cx="384048" cy="274320"/>
          </a:xfrm>
          <a:prstGeom prst="right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26480" y="4590288"/>
            <a:ext cx="2286000" cy="7315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66344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2920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Shift-Left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645152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测试前移: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基于自动用例,开发提前自验证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4636008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缺陷更早暴露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成本更低、质量更稳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541264"/>
            <a:ext cx="11521440" cy="36576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541264"/>
            <a:ext cx="11155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能力三级递进:  </a:t>
            </a:r>
            <a:r>
              <a:rPr sz="11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L1 用例自动生成</a:t>
            </a: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L2 生成+执行 全流程自动化</a:t>
            </a: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sz="11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L3 开发自验证 → 测试前移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053328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一次把业务知识沉淀为 Skill,用例构造与执行全自动化 —— 提质 · 提效 · 测试前移,凸显 Skill 的核心价值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② 数字资产与架构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是数字资产核心,SkillHub 是管理中枢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重点: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3385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实践证明 Skill 的价值 → </a:t>
            </a: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作为公司数字资产核心,如何最大化利用、管理、维护?</a:t>
            </a: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这正是 Harness ⇄ SkillHub ⇄ Skill 架构要回答的。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3200400" cy="128016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30175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★ 治理中枢 · 本次重点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91056"/>
            <a:ext cx="3017520" cy="84124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8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30175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运行框架 · 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591056"/>
            <a:ext cx="3017520" cy="84124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64208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39696"/>
            <a:ext cx="30175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技能仓 · 中枢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91056"/>
            <a:ext cx="3017520" cy="84124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64208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39696"/>
            <a:ext cx="30175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技能资产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3575304" y="1901952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572768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按需检索 · 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15798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交付技能 · 版本解析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7827264" y="1901952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572768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托管 · 注册 · 版本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15798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检索 · 分发 · 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运行时:任务编排·工具调用·技能装配·权限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中枢:托管·版本·检索·分发·治理·审计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资产:领域指令+资源+脚本,原子/可组合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62656"/>
            <a:ext cx="11521440" cy="3108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962656"/>
            <a:ext cx="76200" cy="31089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962656"/>
            <a:ext cx="111556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闭环:</a:t>
            </a:r>
            <a:r>
              <a:rPr sz="10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沉淀为资产 → SkillHub 托管治理 → Harness 运行时消费 → 遥测回流 SkillHub,反哺资产迭代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401568"/>
            <a:ext cx="5285232" cy="4572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630168"/>
            <a:ext cx="5285232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治理</a:t>
            </a:r>
            <a:r>
              <a:rPr sz="110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治理内建于研发流程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50208"/>
            <a:ext cx="482803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Git 版本化 · PR 评审 · CI 门禁,零流程开销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334256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334256"/>
            <a:ext cx="76200" cy="493776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334256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静态门禁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334256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CI:Schema 校验·命名·唯一性·密钥扫描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919472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919472"/>
            <a:ext cx="76200" cy="49377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919472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人工评审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919472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PR:语义质量·安全副作用·最小权限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504688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504688"/>
            <a:ext cx="76200" cy="49377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504688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运行时管控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504688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Harness:allowed-tools·调用审计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55080" y="3401568"/>
            <a:ext cx="5285232" cy="45720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3630168"/>
            <a:ext cx="5285232" cy="2286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0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能力资产随复用累积增值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96849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能力复利: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沉淀→注册→复用/编排→场景扩张→反哺,随调用量增值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7200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原子化 × 可组合: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原子技能编排为合成技能,新场景边际成本递减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175504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知识资产化: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隐性经验 → 显式·版本化·可审计的组织资产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5715000"/>
            <a:ext cx="4828032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5715000"/>
            <a:ext cx="482803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技能复用率 ▢%  ·  节省 ▢ 人天  ·  覆盖场景 ▢  ·  月调用 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③ 下一步计划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 · 全员推广 · 发展 SkillHub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从试点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到规模化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56692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00784"/>
            <a:ext cx="3611880" cy="283464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推动测试前移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扩大开发自验证的覆盖范围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5584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沉淀更多业务测试知识为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1596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目标:缺陷左移,研发提质提效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417320"/>
            <a:ext cx="3611880" cy="56692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00784"/>
            <a:ext cx="3611880" cy="28346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公司内推广宣讲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39572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培训 + 标杆案例宣讲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35584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鼓励各团队沉淀 / 复用 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31596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建设贡献者社区(铺好的路)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1417320"/>
            <a:ext cx="3611880" cy="56692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700784"/>
            <a:ext cx="3611880" cy="28346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3  发展 SkillHub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39572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现状:Skills as Code(git+CI)已跑通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35584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近期:分发 / 检索(Client SDK · 通道)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31596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中期:遥测 / 审计(可观测 · 合规)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85216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目标:让 Skill 成为全公司</a:t>
            </a:r>
            <a:r>
              <a:rPr sz="14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可复用、可治理、持续增值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的数字资产 —— 从测试场景试点,走向全域规模化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